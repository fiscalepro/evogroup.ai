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4785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2011680" cy="20116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560320"/>
            <a:ext cx="1280160" cy="1280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749040" y="548640"/>
            <a:ext cx="25603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4"/>
          <p:cNvSpPr/>
          <p:nvPr/>
        </p:nvSpPr>
        <p:spPr>
          <a:xfrm>
            <a:off x="3749040" y="548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ДЛЯ ДИСТРИБЬЮТОРОВ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49040" y="10058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ИИ-платформа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 и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аттестации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3749040" y="2971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сотрудников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374904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Торговые представители · Мерчандайзеры · Супервайзеры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49040" y="4114800"/>
            <a:ext cx="1572768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49040" y="41422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24/7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49040" y="44622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обучение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68112" y="4114800"/>
            <a:ext cx="1572768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68112" y="41422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Авто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68112" y="44622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аттестация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187184" y="4114800"/>
            <a:ext cx="1572768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87184" y="414223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Без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187184" y="446227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руководителя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772400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EvoGroup.ai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КАК РАБОТАЕТ СИСТЕМА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76809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493776" cy="493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1. Доступ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Стажёр получает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логин и пароль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3172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2039112"/>
            <a:ext cx="493776" cy="493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01168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03911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2. Обучение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92024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98424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Проходит модули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своей должности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4048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2039112"/>
            <a:ext cx="493776" cy="49377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52044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54787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3. ИИ помогает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42900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349300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Отвечает на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вопросы 24/7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34924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2039112"/>
            <a:ext cx="493776" cy="49377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02920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05663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4. Экзамен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93776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00176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Автоматический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тест по итогам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85800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872" y="2039112"/>
            <a:ext cx="493776" cy="49377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53796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656539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5. Отчёт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44652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51052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Результаты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руководителю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366760" y="1920240"/>
            <a:ext cx="731520" cy="731520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039112"/>
            <a:ext cx="493776" cy="493776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46720" y="10515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8074152" y="1078992"/>
            <a:ext cx="1316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6. Решение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955280" y="2834640"/>
            <a:ext cx="1554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8019288" y="292608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Нанять или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нет — за секунду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ПРИМЕР: Обучение через веб-платформу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12064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07899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07899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078992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61872" y="1042416"/>
            <a:ext cx="32004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05156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app.evogroup.ai/training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1344168"/>
            <a:ext cx="1234440" cy="35478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44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📋 Модули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947672"/>
            <a:ext cx="123444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💬 ИИ-чат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📝 Тест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🏆 Прогресс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00200" y="1389888"/>
            <a:ext cx="37490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1664208" y="1408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💬  ИИ-тренер — Урок 3: Работа с возражениями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64208" y="1810512"/>
            <a:ext cx="256032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5648" y="18562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Урок 3: Работа с возражениями. Клиент говорит «дорого» — как ответить?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0" y="2450592"/>
            <a:ext cx="1691640" cy="292608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4963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Нужно показать ценность продукта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64208" y="2834640"/>
            <a:ext cx="256032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288036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✅ Верно! Сначала согласитесь: «Да, цена выше». Затем покажите выгоду: срок годности, качество, оборачиваемость. Готов к следующему вопросу?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3584448"/>
            <a:ext cx="1691640" cy="256032"/>
          </a:xfrm>
          <a:prstGeom prst="rect">
            <a:avLst/>
          </a:prstGeom>
          <a:solidFill>
            <a:srgbClr val="D1FAE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6301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Да!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600200" y="3931920"/>
            <a:ext cx="3749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395935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Написать ответ...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Что происходит: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69280" y="1417320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33288" y="1554480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81912"/>
            <a:ext cx="420624" cy="42062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309360" y="1490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ИИ ведёт диалог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09360" y="1801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Объясняет, задаёт вопросы, реагирует на ответы в реальном времени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69280" y="2313432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733288" y="2450592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478024"/>
            <a:ext cx="420624" cy="42062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309360" y="2386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Проверяет понимание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309360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После каждой темы — контрольный вопрос, нельзя просто пролистать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5669280" y="3209544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5733288" y="3346704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374136"/>
            <a:ext cx="420624" cy="42062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30936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Доступ 24/7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309360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Стажёр учится когда удобно — вечером, в выходной, в обед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69280" y="4105656"/>
            <a:ext cx="3154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733288" y="4242816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270248"/>
            <a:ext cx="420624" cy="42062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309360" y="41788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Своя программа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6309360" y="44897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ТП, мерч, супервайзер — у каждого отдельный курс под должность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ПРИМЕР: Автоматический экзамен / аттестация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074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074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Аттестация — Торговый представитель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987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Вопрос 3 из 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" y="15087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Shape 9"/>
          <p:cNvSpPr/>
          <p:nvPr/>
        </p:nvSpPr>
        <p:spPr>
          <a:xfrm>
            <a:off x="1380744" y="1508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9656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2258568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136392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3575304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014216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4453128" y="1508760"/>
            <a:ext cx="274320" cy="27432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920240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Клиент говорит: «Нам ничего не нужно, у нас всё есть». Ваши действия?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651760"/>
            <a:ext cx="4709160" cy="41148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2743200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27340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А) Сказать «хорошо» и уйти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3154680"/>
            <a:ext cx="4709160" cy="4114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324612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0080" y="323697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Б) Уточнить потребности и предложить новинку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2920" y="3657600"/>
            <a:ext cx="4709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" y="37398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В) Оставить прайс и попросить перезвонить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2920" y="4160520"/>
            <a:ext cx="4709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0080" y="42428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Г) Попросить встречи с директором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62356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Что даёт экзамен: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623560" y="1417320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687568" y="1554480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81912"/>
            <a:ext cx="420624" cy="42062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63640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10–20 вопросов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263640" y="18013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По реальным ситуациям из вашего бизнеса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623560" y="2313432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5687568" y="2450592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478024"/>
            <a:ext cx="420624" cy="42062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63640" y="23865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ИИ объясняет ошибки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263640" y="269748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Сразу показывает правильный ответ и почему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623560" y="3209544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5687568" y="3346704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374136"/>
            <a:ext cx="420624" cy="42062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263640" y="32826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Оценка в баллах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263640" y="35935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Процент правильных ответов и итоговый балл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23560" y="4105656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5687568" y="4242816"/>
            <a:ext cx="475488" cy="475488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270248"/>
            <a:ext cx="420624" cy="42062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263640" y="41788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Нельзя списать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263640" y="4489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Вопросы перемешиваются, время ограничено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ПРИМЕР: Отчёт для руководителя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8458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33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Отчёт по стажёрам — Июнь 2025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033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Компания: Дистрибьютер г. Костанай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1508760"/>
            <a:ext cx="84582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1536192"/>
            <a:ext cx="1260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Имя стажёра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772412" y="153619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Должность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15412" y="1536192"/>
            <a:ext cx="49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Баллы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486912" y="1536192"/>
            <a:ext cx="49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Время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58412" y="1536192"/>
            <a:ext cx="81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Результат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1920240"/>
            <a:ext cx="8458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011680"/>
            <a:ext cx="1223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Ахметов Данияр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772412" y="201168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Торговый представитель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915412" y="201168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92%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486912" y="201168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2.5 ч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040124" y="1993392"/>
            <a:ext cx="100584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8"/>
          <p:cNvSpPr/>
          <p:nvPr/>
        </p:nvSpPr>
        <p:spPr>
          <a:xfrm>
            <a:off x="4040124" y="1993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НАНЯТЬ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47472" y="2359152"/>
            <a:ext cx="84582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2450592"/>
            <a:ext cx="1223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Сейткали Айгерим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772412" y="2450592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Мерчандайзер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915412" y="2450592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78%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486912" y="2450592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1.8 ч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040124" y="2432304"/>
            <a:ext cx="100584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8" name="Text 25"/>
          <p:cNvSpPr/>
          <p:nvPr/>
        </p:nvSpPr>
        <p:spPr>
          <a:xfrm>
            <a:off x="4040124" y="24323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НАНЯТЬ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47472" y="2798064"/>
            <a:ext cx="8458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2889504"/>
            <a:ext cx="1223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Жаксыбеков Алмас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772412" y="2889504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Торговый представитель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915412" y="2889504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54%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486912" y="2889504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3.1 ч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040124" y="2871216"/>
            <a:ext cx="100584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Text 32"/>
          <p:cNvSpPr/>
          <p:nvPr/>
        </p:nvSpPr>
        <p:spPr>
          <a:xfrm>
            <a:off x="4040124" y="2871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ОТКАЗАТЬ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47472" y="3236976"/>
            <a:ext cx="84582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8912" y="3328416"/>
            <a:ext cx="1223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Нурланова Дина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772412" y="3328416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Супервайзер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915412" y="3328416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88%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486912" y="3328416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2.2 ч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040124" y="3310128"/>
            <a:ext cx="100584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2" name="Text 39"/>
          <p:cNvSpPr/>
          <p:nvPr/>
        </p:nvSpPr>
        <p:spPr>
          <a:xfrm>
            <a:off x="4040124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НАНЯТЬ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47472" y="3858768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47472" y="3858768"/>
            <a:ext cx="193852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2"/>
          <p:cNvSpPr/>
          <p:nvPr/>
        </p:nvSpPr>
        <p:spPr>
          <a:xfrm>
            <a:off x="347472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4</a:t>
            </a:r>
            <a:endParaRPr lang="en-US" sz="2800" dirty="0"/>
          </a:p>
        </p:txBody>
      </p:sp>
      <p:sp>
        <p:nvSpPr>
          <p:cNvPr id="46" name="Text 43"/>
          <p:cNvSpPr/>
          <p:nvPr/>
        </p:nvSpPr>
        <p:spPr>
          <a:xfrm>
            <a:off x="438912" y="44074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стажёра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прошли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2468880" y="3858768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2468880" y="3858768"/>
            <a:ext cx="193852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6"/>
          <p:cNvSpPr/>
          <p:nvPr/>
        </p:nvSpPr>
        <p:spPr>
          <a:xfrm>
            <a:off x="2468880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3</a:t>
            </a: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2560320" y="44074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рекомендовано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нанять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590288" y="3858768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590288" y="3858768"/>
            <a:ext cx="193852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0"/>
          <p:cNvSpPr/>
          <p:nvPr/>
        </p:nvSpPr>
        <p:spPr>
          <a:xfrm>
            <a:off x="4590288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78%</a:t>
            </a:r>
            <a:endParaRPr lang="en-US" sz="2800" dirty="0"/>
          </a:p>
        </p:txBody>
      </p:sp>
      <p:sp>
        <p:nvSpPr>
          <p:cNvPr id="54" name="Text 51"/>
          <p:cNvSpPr/>
          <p:nvPr/>
        </p:nvSpPr>
        <p:spPr>
          <a:xfrm>
            <a:off x="4681728" y="44074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средний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балл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711696" y="3858768"/>
            <a:ext cx="1938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6711696" y="3858768"/>
            <a:ext cx="1938528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Text 54"/>
          <p:cNvSpPr/>
          <p:nvPr/>
        </p:nvSpPr>
        <p:spPr>
          <a:xfrm>
            <a:off x="6711696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2.4ч</a:t>
            </a:r>
            <a:endParaRPr lang="en-US" sz="2800" dirty="0"/>
          </a:p>
        </p:txBody>
      </p:sp>
      <p:sp>
        <p:nvSpPr>
          <p:cNvPr id="58" name="Text 55"/>
          <p:cNvSpPr/>
          <p:nvPr/>
        </p:nvSpPr>
        <p:spPr>
          <a:xfrm>
            <a:off x="6803136" y="440740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среднее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время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ПРИМЕР: Личный кабинет стажёра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8458200" cy="53035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33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Ахметов Данияр — Торговый представитель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Прогресс: 65% пройдено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1097280"/>
            <a:ext cx="2633472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1097280"/>
            <a:ext cx="1709928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0972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65%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" y="1572768"/>
            <a:ext cx="52120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Модуль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346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Балл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9476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Время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54880" y="16002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Статус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1965960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057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Введение в компанию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834640" y="2057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100%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94760" y="2057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20 мин</a:t>
            </a:r>
            <a:endParaRPr lang="en-US" sz="10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057400"/>
            <a:ext cx="256032" cy="25603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47472" y="2404872"/>
            <a:ext cx="52120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2496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Ассортимент продуктов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834640" y="2496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88%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794760" y="2496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35 мин</a:t>
            </a:r>
            <a:endParaRPr lang="en-US" sz="10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496312"/>
            <a:ext cx="256032" cy="25603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47472" y="2843784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2935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Техника продаж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834640" y="2935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76%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3794760" y="2935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40 мин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935224"/>
            <a:ext cx="256032" cy="25603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47472" y="3282696"/>
            <a:ext cx="5212080" cy="402336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02920" y="3374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Работа с возражениями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2834640" y="3374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—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3794760" y="3374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45 мин</a:t>
            </a:r>
            <a:endParaRPr lang="en-US" sz="10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392424"/>
            <a:ext cx="201168" cy="20116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347472" y="3721608"/>
            <a:ext cx="5212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2920" y="3813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Маршрут и отчётность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2834640" y="3813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—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3794760" y="3813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30 мин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347472" y="4160520"/>
            <a:ext cx="521208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02920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Итоговый экзамен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2834640" y="4251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—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3794760" y="4251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60 мин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580644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Что видит стажёр: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5806440" y="2029968"/>
            <a:ext cx="29992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5870448" y="2121408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148840"/>
            <a:ext cx="402336" cy="40233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437376" y="2084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Прогресс и баллы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6437376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Видит свой рост в реальном времени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5806440" y="2807208"/>
            <a:ext cx="29992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5870448" y="2898648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2926080"/>
            <a:ext cx="402336" cy="402336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6437376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Задать вопрос ИИ</a:t>
            </a:r>
            <a:endParaRPr lang="en-US" sz="1150" dirty="0"/>
          </a:p>
        </p:txBody>
      </p:sp>
      <p:sp>
        <p:nvSpPr>
          <p:cNvPr id="55" name="Text 46"/>
          <p:cNvSpPr/>
          <p:nvPr/>
        </p:nvSpPr>
        <p:spPr>
          <a:xfrm>
            <a:off x="6437376" y="3154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Непонятно — спроси бота прямо в кабинете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5806440" y="3584448"/>
            <a:ext cx="29992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5870448" y="3675888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3703320"/>
            <a:ext cx="402336" cy="402336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437376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Список модулей</a:t>
            </a:r>
            <a:endParaRPr lang="en-US" sz="1150" dirty="0"/>
          </a:p>
        </p:txBody>
      </p:sp>
      <p:sp>
        <p:nvSpPr>
          <p:cNvPr id="60" name="Text 50"/>
          <p:cNvSpPr/>
          <p:nvPr/>
        </p:nvSpPr>
        <p:spPr>
          <a:xfrm>
            <a:off x="6437376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Знает что ещё нужно пройти</a:t>
            </a:r>
            <a:endParaRPr lang="en-US" sz="950" dirty="0"/>
          </a:p>
        </p:txBody>
      </p:sp>
      <p:sp>
        <p:nvSpPr>
          <p:cNvPr id="61" name="Shape 51"/>
          <p:cNvSpPr/>
          <p:nvPr/>
        </p:nvSpPr>
        <p:spPr>
          <a:xfrm>
            <a:off x="5806440" y="4361688"/>
            <a:ext cx="29992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5870448" y="4453128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7880" y="4480560"/>
            <a:ext cx="402336" cy="402336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437376" y="4416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Свои результаты</a:t>
            </a:r>
            <a:endParaRPr lang="en-US" sz="1150" dirty="0"/>
          </a:p>
        </p:txBody>
      </p:sp>
      <p:sp>
        <p:nvSpPr>
          <p:cNvPr id="65" name="Text 54"/>
          <p:cNvSpPr/>
          <p:nvPr/>
        </p:nvSpPr>
        <p:spPr>
          <a:xfrm>
            <a:off x="6437376" y="4709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Видит баллы по каждому модулю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55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СТОИМОСТЬ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33472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Старт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$300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разово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87168"/>
            <a:ext cx="2084832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1 должность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083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До 10 модулей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Экзамен + отчёт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Поддержка 1 мес.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960120"/>
            <a:ext cx="2633472" cy="3886200"/>
          </a:xfrm>
          <a:prstGeom prst="rect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58768" y="804672"/>
            <a:ext cx="153619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858768" y="80467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⭐ ЛУЧШИЙ ВЫБОР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1568" y="105156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Бизнес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01568" y="15361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$750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01568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3 должности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84448" y="2487168"/>
            <a:ext cx="2084832" cy="0"/>
          </a:xfrm>
          <a:prstGeom prst="line">
            <a:avLst/>
          </a:prstGeom>
          <a:noFill/>
          <a:ln w="1016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ТП + Мерч + Супервайзер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93008" y="30083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Неограниченные модули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3410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Кабинет стажёра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Поддержка 3 мес.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42153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Обновление материалов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960120"/>
            <a:ext cx="2633472" cy="3886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105156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Поддержка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54496" y="15361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$100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254496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в месяц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37376" y="2487168"/>
            <a:ext cx="2084832" cy="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Новые материалы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0083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Добавление стажёров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5936" y="34107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Обновление тестов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✓  Техподдержка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автоматизировать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сотрудников?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Начните со старта за $300 — система готова через 3–4 недели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017520" y="3822192"/>
            <a:ext cx="3108960" cy="621792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17520" y="382219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Получить демо бесплатно →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EvoGroup.ai  |  WhatsApp: +996 XXX XXX XXX  |  info@evogroup.ai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ИИ-платформа обучения сотрудников</dc:title>
  <dc:subject>PptxGenJS Presentation</dc:subject>
  <dc:creator>PptxGenJS</dc:creator>
  <cp:lastModifiedBy>PptxGenJS</cp:lastModifiedBy>
  <cp:revision>1</cp:revision>
  <dcterms:created xsi:type="dcterms:W3CDTF">2026-03-18T07:03:58Z</dcterms:created>
  <dcterms:modified xsi:type="dcterms:W3CDTF">2026-03-18T07:03:58Z</dcterms:modified>
</cp:coreProperties>
</file>